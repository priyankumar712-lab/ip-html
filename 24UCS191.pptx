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A2A2D"/>
          </a:solidFill>
        </p:spPr>
      </p:sp>
      <p:sp>
        <p:nvSpPr>
          <p:cNvPr id="3" name="Shape 1"/>
          <p:cNvSpPr/>
          <p:nvPr/>
        </p:nvSpPr>
        <p:spPr>
          <a:xfrm>
            <a:off x="-1828800" y="4389120"/>
            <a:ext cx="4206240" cy="4206240"/>
          </a:xfrm>
          <a:prstGeom prst="ellipse">
            <a:avLst/>
          </a:prstGeom>
          <a:solidFill>
            <a:srgbClr val="2A2A2D"/>
          </a:solidFill>
        </p:spPr>
      </p:sp>
      <p:sp>
        <p:nvSpPr>
          <p:cNvPr id="4" name="Shape 2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5" name="Text 3"/>
          <p:cNvSpPr txBox="1"/>
          <p:nvPr/>
        </p:nvSpPr>
        <p:spPr>
          <a:xfrm>
            <a:off x="822960" y="1234567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🏋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439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CS2307 – INTERNET PROGRAMMING LAB  |  MINI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FitZone Gym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FCFC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Membership Management System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BAB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dynamic, database-driven website built with HTML, CSS, JavaScript, PHP and MySQL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A2A2D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9204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9192" y="489204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A2A2D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9192" y="4892040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706" y="55092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A2A2D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706" y="55092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67428" y="489204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2A2A2D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7428" y="4892040"/>
            <a:ext cx="11978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23944" y="55092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A2A2D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23944" y="550926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for the CS2307 Internet Programming Lab Mini Project</a:t>
            </a:r>
            <a:endParaRPr lang="en-US" sz="1200" dirty="0"/>
          </a:p>
        </p:txBody>
      </p:sp>
      <p:pic>
        <p:nvPicPr>
          <p:cNvPr id="23" name="Picture 22"/>
          <p:cNvPicPr/>
          <p:nvPr/>
        </p:nvPicPr>
        <p:blipFill>
          <a:blip r:embed="rId1"/>
          <a:stretch>
            <a:fillRect/>
          </a:stretch>
        </p:blipFill>
        <p:spPr>
          <a:xfrm>
            <a:off x="602615" y="135255"/>
            <a:ext cx="1443990" cy="100647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>
          <a:blip r:embed="rId2"/>
          <a:stretch>
            <a:fillRect/>
          </a:stretch>
        </p:blipFill>
        <p:spPr>
          <a:xfrm>
            <a:off x="2514600" y="230505"/>
            <a:ext cx="6515100" cy="958215"/>
          </a:xfrm>
          <a:prstGeom prst="rect">
            <a:avLst/>
          </a:prstGeom>
        </p:spPr>
      </p:pic>
      <p:sp>
        <p:nvSpPr>
          <p:cNvPr id="25" name="Text Box 24"/>
          <p:cNvSpPr txBox="1"/>
          <p:nvPr/>
        </p:nvSpPr>
        <p:spPr>
          <a:xfrm>
            <a:off x="8267700" y="4937760"/>
            <a:ext cx="3717290" cy="1395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Roll No: 24UCS191</a:t>
            </a:r>
            <a:endParaRPr 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Name: K.Priyan Kumar</a:t>
            </a:r>
            <a:endParaRPr 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Register No: 920424104306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—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617720"/>
          </a:xfrm>
          <a:prstGeom prst="roundRect">
            <a:avLst>
              <a:gd name="adj" fmla="val 1584"/>
            </a:avLst>
          </a:prstGeom>
          <a:solidFill>
            <a:srgbClr val="F2F2F4"/>
          </a:solidFill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30936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Manual, register-based tracking of gym memberships is slow, error-prone, and gives no real-time picture of active/expired members or revenue.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FitZone Gym is a dynamic, database-driven website that automates this entire process end to end.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 end: HTML5 + CSS3 for structure/styling, JavaScript for client-side interactivity (form validation, live UI feedback).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 end: PHP processes form submissions, manages sessions, and performs full CRUD operations against a MySQL database.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two roles — Admin and Member — each with a dedicated dashboard.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Demonstrates secure password hashing, session-based auth, prepared statements, and server-computed business logic (auto expiry).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164592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1C1C1E"/>
          </a:solidFill>
        </p:spPr>
      </p:sp>
      <p:sp>
        <p:nvSpPr>
          <p:cNvPr id="7" name="Text 5"/>
          <p:cNvSpPr txBox="1"/>
          <p:nvPr/>
        </p:nvSpPr>
        <p:spPr>
          <a:xfrm>
            <a:off x="8001000" y="1755648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722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55648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Roles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8120" y="3218688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1C1C1E"/>
          </a:solidFill>
        </p:spPr>
      </p:sp>
      <p:sp>
        <p:nvSpPr>
          <p:cNvPr id="10" name="Text 8"/>
          <p:cNvSpPr txBox="1"/>
          <p:nvPr/>
        </p:nvSpPr>
        <p:spPr>
          <a:xfrm>
            <a:off x="8001000" y="3328416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722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3328416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Tables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18120" y="4791456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1C1C1E"/>
          </a:solidFill>
        </p:spPr>
      </p:sp>
      <p:sp>
        <p:nvSpPr>
          <p:cNvPr id="13" name="Text 11"/>
          <p:cNvSpPr txBox="1"/>
          <p:nvPr/>
        </p:nvSpPr>
        <p:spPr>
          <a:xfrm>
            <a:off x="8001000" y="4901184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722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4901184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Layers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67512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Fitness centers need an efficient way to manage registrations, subscription plans, renewals, and payments.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registers / spreadsheets do not scale, are hard to search, and cannot proactively flag expiring memberships.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web-based Membership Management System centralizes all member data in MySQL, accessible securely from any browser.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mini project showcases the complete internet-programming stack: HTML structuring, CSS design, JS behaviour, and PHP + MySQL dynamic data handling.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gym domain was chosen because it naturally needs classic dynamic-web features — registration, authentication, role-based dashboards, and CRUD — making it an ideal full-stack demonstration.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73736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FF5722"/>
          </a:solidFill>
        </p:spPr>
      </p:sp>
      <p:sp>
        <p:nvSpPr>
          <p:cNvPr id="7" name="Text 5"/>
          <p:cNvSpPr txBox="1"/>
          <p:nvPr/>
        </p:nvSpPr>
        <p:spPr>
          <a:xfrm>
            <a:off x="7818120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17627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+ CSS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274320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FFB199"/>
          </a:solidFill>
        </p:spPr>
      </p:sp>
      <p:sp>
        <p:nvSpPr>
          <p:cNvPr id="10" name="Text 8"/>
          <p:cNvSpPr txBox="1"/>
          <p:nvPr/>
        </p:nvSpPr>
        <p:spPr>
          <a:xfrm>
            <a:off x="7818120" y="2834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31821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374904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2A2A2D"/>
          </a:solidFill>
        </p:spPr>
      </p:sp>
      <p:sp>
        <p:nvSpPr>
          <p:cNvPr id="13" name="Text 11"/>
          <p:cNvSpPr txBox="1"/>
          <p:nvPr/>
        </p:nvSpPr>
        <p:spPr>
          <a:xfrm>
            <a:off x="7818120" y="3840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Logic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4187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 (Server-side)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475488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1C1C1E"/>
          </a:solidFill>
        </p:spPr>
      </p:sp>
      <p:sp>
        <p:nvSpPr>
          <p:cNvPr id="16" name="Text 14"/>
          <p:cNvSpPr txBox="1"/>
          <p:nvPr/>
        </p:nvSpPr>
        <p:spPr>
          <a:xfrm>
            <a:off x="7818120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51937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Database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Objectives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5" name="Shape 3"/>
          <p:cNvSpPr/>
          <p:nvPr/>
        </p:nvSpPr>
        <p:spPr>
          <a:xfrm>
            <a:off x="704088" y="1801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6" name="Text 4"/>
          <p:cNvSpPr txBox="1"/>
          <p:nvPr/>
        </p:nvSpPr>
        <p:spPr>
          <a:xfrm>
            <a:off x="704088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645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multi-page website using HTML5 and CSS3 for a fitness/gym business.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572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9" name="Shape 7"/>
          <p:cNvSpPr/>
          <p:nvPr/>
        </p:nvSpPr>
        <p:spPr>
          <a:xfrm>
            <a:off x="6327648" y="1801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10" name="Text 8"/>
          <p:cNvSpPr txBox="1"/>
          <p:nvPr/>
        </p:nvSpPr>
        <p:spPr>
          <a:xfrm>
            <a:off x="6327648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1645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Client-side interactivity and form validation using JavaScript.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13" name="Shape 11"/>
          <p:cNvSpPr/>
          <p:nvPr/>
        </p:nvSpPr>
        <p:spPr>
          <a:xfrm>
            <a:off x="704088" y="2944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14" name="Text 12"/>
          <p:cNvSpPr txBox="1"/>
          <p:nvPr/>
        </p:nvSpPr>
        <p:spPr>
          <a:xfrm>
            <a:off x="704088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2788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registration &amp; login using PHP sessions and bcrypt password hashing.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715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17" name="Shape 15"/>
          <p:cNvSpPr/>
          <p:nvPr/>
        </p:nvSpPr>
        <p:spPr>
          <a:xfrm>
            <a:off x="6327648" y="2944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18" name="Text 16"/>
          <p:cNvSpPr txBox="1"/>
          <p:nvPr/>
        </p:nvSpPr>
        <p:spPr>
          <a:xfrm>
            <a:off x="6327648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76872" y="2788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MySQL schema for users, plans, members, and payments.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21" name="Shape 19"/>
          <p:cNvSpPr/>
          <p:nvPr/>
        </p:nvSpPr>
        <p:spPr>
          <a:xfrm>
            <a:off x="704088" y="4087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22" name="Text 20"/>
          <p:cNvSpPr txBox="1"/>
          <p:nvPr/>
        </p:nvSpPr>
        <p:spPr>
          <a:xfrm>
            <a:off x="704088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3931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CRUD functionality for membership records, restricted to Admin role.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858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25" name="Shape 23"/>
          <p:cNvSpPr/>
          <p:nvPr/>
        </p:nvSpPr>
        <p:spPr>
          <a:xfrm>
            <a:off x="6327648" y="4087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26" name="Text 24"/>
          <p:cNvSpPr txBox="1"/>
          <p:nvPr/>
        </p:nvSpPr>
        <p:spPr>
          <a:xfrm>
            <a:off x="6327648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3931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rendering of plans, member lists &amp; stats directly from the database.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01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29" name="Shape 27"/>
          <p:cNvSpPr/>
          <p:nvPr/>
        </p:nvSpPr>
        <p:spPr>
          <a:xfrm>
            <a:off x="704088" y="5230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30" name="Text 28"/>
          <p:cNvSpPr txBox="1"/>
          <p:nvPr/>
        </p:nvSpPr>
        <p:spPr>
          <a:xfrm>
            <a:off x="704088" y="5212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53312" y="5074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active/expired status computed from plan duration &amp; current date.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500176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2F2F4"/>
          </a:solidFill>
        </p:spPr>
      </p:sp>
      <p:sp>
        <p:nvSpPr>
          <p:cNvPr id="33" name="Shape 31"/>
          <p:cNvSpPr/>
          <p:nvPr/>
        </p:nvSpPr>
        <p:spPr>
          <a:xfrm>
            <a:off x="6327648" y="523036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34" name="Text 32"/>
          <p:cNvSpPr txBox="1"/>
          <p:nvPr/>
        </p:nvSpPr>
        <p:spPr>
          <a:xfrm>
            <a:off x="6327648" y="5212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☁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5074920"/>
            <a:ext cx="4361688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of the static front end to Netlify as a public live demo.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Modules Description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1C1C1E"/>
          </a:solidFill>
        </p:spPr>
      </p:sp>
      <p:sp>
        <p:nvSpPr>
          <p:cNvPr id="5" name="Shape 3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Website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Home, About &amp; Contact pages with a client-side validated contact 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1850" y="1572768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1C1C1E"/>
          </a:solidFill>
        </p:spPr>
      </p:sp>
      <p:sp>
        <p:nvSpPr>
          <p:cNvPr id="10" name="Shape 8"/>
          <p:cNvSpPr/>
          <p:nvPr/>
        </p:nvSpPr>
        <p:spPr>
          <a:xfrm>
            <a:off x="3554730" y="175564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11" name="Text 9"/>
          <p:cNvSpPr txBox="1"/>
          <p:nvPr/>
        </p:nvSpPr>
        <p:spPr>
          <a:xfrm>
            <a:off x="355473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54730" y="2377440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Membership Plans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54730" y="2834640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the plans table live from MySQL and renders Basic/Standard/Premium/Annual cards.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1572768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1C1C1E"/>
          </a:solidFill>
        </p:spPr>
      </p:sp>
      <p:sp>
        <p:nvSpPr>
          <p:cNvPr id="15" name="Shape 13"/>
          <p:cNvSpPr/>
          <p:nvPr/>
        </p:nvSpPr>
        <p:spPr>
          <a:xfrm>
            <a:off x="6377940" y="175564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16" name="Text 14"/>
          <p:cNvSpPr txBox="1"/>
          <p:nvPr/>
        </p:nvSpPr>
        <p:spPr>
          <a:xfrm>
            <a:off x="637794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2377440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77940" y="2834640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linked rows in users &amp; members; computes expiry date from plan duration.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18270" y="1572768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1C1C1E"/>
          </a:solidFill>
        </p:spPr>
      </p:sp>
      <p:sp>
        <p:nvSpPr>
          <p:cNvPr id="20" name="Shape 18"/>
          <p:cNvSpPr/>
          <p:nvPr/>
        </p:nvSpPr>
        <p:spPr>
          <a:xfrm>
            <a:off x="9201150" y="1755648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21" name="Text 19"/>
          <p:cNvSpPr txBox="1"/>
          <p:nvPr/>
        </p:nvSpPr>
        <p:spPr>
          <a:xfrm>
            <a:off x="920115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01150" y="2377440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01150" y="2834640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Verifies credentials with password_verify() and starts a PHP session; role-based redirect.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86784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F2F2F4"/>
          </a:solidFill>
        </p:spPr>
      </p:sp>
      <p:sp>
        <p:nvSpPr>
          <p:cNvPr id="25" name="Shape 23"/>
          <p:cNvSpPr/>
          <p:nvPr/>
        </p:nvSpPr>
        <p:spPr>
          <a:xfrm>
            <a:off x="731520" y="4169664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26" name="Text 24"/>
          <p:cNvSpPr txBox="1"/>
          <p:nvPr/>
        </p:nvSpPr>
        <p:spPr>
          <a:xfrm>
            <a:off x="731520" y="41513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91456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248656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stats (total/active/expired/revenue), search, and full CRUD on member records.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71850" y="3986784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F2F2F4"/>
          </a:solidFill>
        </p:spPr>
      </p:sp>
      <p:sp>
        <p:nvSpPr>
          <p:cNvPr id="30" name="Shape 28"/>
          <p:cNvSpPr/>
          <p:nvPr/>
        </p:nvSpPr>
        <p:spPr>
          <a:xfrm>
            <a:off x="3554730" y="4169664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31" name="Text 29"/>
          <p:cNvSpPr txBox="1"/>
          <p:nvPr/>
        </p:nvSpPr>
        <p:spPr>
          <a:xfrm>
            <a:off x="3554730" y="41513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54730" y="4791456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Dashboard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54730" y="5248656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Logged-in member views their own plan, dates &amp; status with an expiry warning.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5060" y="3986784"/>
            <a:ext cx="2622042" cy="2212848"/>
          </a:xfrm>
          <a:prstGeom prst="roundRect">
            <a:avLst>
              <a:gd name="adj" fmla="val 3306"/>
            </a:avLst>
          </a:prstGeom>
          <a:solidFill>
            <a:srgbClr val="F2F2F4"/>
          </a:solidFill>
        </p:spPr>
      </p:sp>
      <p:sp>
        <p:nvSpPr>
          <p:cNvPr id="35" name="Shape 33"/>
          <p:cNvSpPr/>
          <p:nvPr/>
        </p:nvSpPr>
        <p:spPr>
          <a:xfrm>
            <a:off x="6377940" y="4169664"/>
            <a:ext cx="502920" cy="50292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36" name="Text 34"/>
          <p:cNvSpPr txBox="1"/>
          <p:nvPr/>
        </p:nvSpPr>
        <p:spPr>
          <a:xfrm>
            <a:off x="6377940" y="41513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77940" y="4791456"/>
            <a:ext cx="225628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77940" y="5248656"/>
            <a:ext cx="225628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schema gym_db: users, plans, members, payments — linked via foreign keys.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DEVELOPMENT PROCESS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Methodology /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5" name="Shape 3"/>
          <p:cNvSpPr/>
          <p:nvPr/>
        </p:nvSpPr>
        <p:spPr>
          <a:xfrm>
            <a:off x="713232" y="1792224"/>
            <a:ext cx="457200" cy="457200"/>
          </a:xfrm>
          <a:prstGeom prst="ellipse">
            <a:avLst/>
          </a:prstGeom>
          <a:solidFill>
            <a:srgbClr val="1C1C1E"/>
          </a:solidFill>
        </p:spPr>
      </p:sp>
      <p:sp>
        <p:nvSpPr>
          <p:cNvPr id="6" name="Text 4"/>
          <p:cNvSpPr txBox="1"/>
          <p:nvPr/>
        </p:nvSpPr>
        <p:spPr>
          <a:xfrm>
            <a:off x="713232" y="1773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7744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Analysis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3464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the core dynamic feature: registration + login + DB-backed membership CRUD.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6422" y="162763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10" name="Shape 8"/>
          <p:cNvSpPr/>
          <p:nvPr/>
        </p:nvSpPr>
        <p:spPr>
          <a:xfrm>
            <a:off x="3541014" y="1792224"/>
            <a:ext cx="457200" cy="457200"/>
          </a:xfrm>
          <a:prstGeom prst="ellipse">
            <a:avLst/>
          </a:prstGeom>
          <a:solidFill>
            <a:srgbClr val="1C1C1E"/>
          </a:solidFill>
        </p:spPr>
      </p:sp>
      <p:sp>
        <p:nvSpPr>
          <p:cNvPr id="11" name="Text 9"/>
          <p:cNvSpPr txBox="1"/>
          <p:nvPr/>
        </p:nvSpPr>
        <p:spPr>
          <a:xfrm>
            <a:off x="3541014" y="1773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1014" y="237744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41014" y="283464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 normalized 4-table schema and wrote gym_db.sql to create &amp; seed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4204" y="162763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15" name="Shape 13"/>
          <p:cNvSpPr/>
          <p:nvPr/>
        </p:nvSpPr>
        <p:spPr>
          <a:xfrm>
            <a:off x="6368796" y="1792224"/>
            <a:ext cx="457200" cy="457200"/>
          </a:xfrm>
          <a:prstGeom prst="ellipse">
            <a:avLst/>
          </a:prstGeom>
          <a:solidFill>
            <a:srgbClr val="1C1C1E"/>
          </a:solidFill>
        </p:spPr>
      </p:sp>
      <p:sp>
        <p:nvSpPr>
          <p:cNvPr id="16" name="Text 14"/>
          <p:cNvSpPr txBox="1"/>
          <p:nvPr/>
        </p:nvSpPr>
        <p:spPr>
          <a:xfrm>
            <a:off x="6368796" y="1773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68796" y="237744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Design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68796" y="283464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static pages and a shared stylesheet with a consistent, responsive layout.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31986" y="162763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20" name="Shape 18"/>
          <p:cNvSpPr/>
          <p:nvPr/>
        </p:nvSpPr>
        <p:spPr>
          <a:xfrm>
            <a:off x="9196578" y="1792224"/>
            <a:ext cx="457200" cy="457200"/>
          </a:xfrm>
          <a:prstGeom prst="ellipse">
            <a:avLst/>
          </a:prstGeom>
          <a:solidFill>
            <a:srgbClr val="1C1C1E"/>
          </a:solidFill>
        </p:spPr>
      </p:sp>
      <p:sp>
        <p:nvSpPr>
          <p:cNvPr id="21" name="Text 19"/>
          <p:cNvSpPr txBox="1"/>
          <p:nvPr/>
        </p:nvSpPr>
        <p:spPr>
          <a:xfrm>
            <a:off x="9196578" y="1773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96578" y="237744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Client-side Scripting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96578" y="283464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script.js for form validation and UX feedback.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9651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25" name="Shape 23"/>
          <p:cNvSpPr/>
          <p:nvPr/>
        </p:nvSpPr>
        <p:spPr>
          <a:xfrm>
            <a:off x="713232" y="4261104"/>
            <a:ext cx="457200" cy="457200"/>
          </a:xfrm>
          <a:prstGeom prst="ellipse">
            <a:avLst/>
          </a:prstGeom>
          <a:solidFill>
            <a:srgbClr val="1C1C1E"/>
          </a:solidFill>
        </p:spPr>
      </p:sp>
      <p:sp>
        <p:nvSpPr>
          <p:cNvPr id="26" name="Text 24"/>
          <p:cNvSpPr txBox="1"/>
          <p:nvPr/>
        </p:nvSpPr>
        <p:spPr>
          <a:xfrm>
            <a:off x="713232" y="4242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84632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Server-side Scripting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530352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 + mysqli with prepared statements and session-based access control.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76422" y="409651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30" name="Shape 28"/>
          <p:cNvSpPr/>
          <p:nvPr/>
        </p:nvSpPr>
        <p:spPr>
          <a:xfrm>
            <a:off x="3541014" y="4261104"/>
            <a:ext cx="457200" cy="457200"/>
          </a:xfrm>
          <a:prstGeom prst="ellipse">
            <a:avLst/>
          </a:prstGeom>
          <a:solidFill>
            <a:srgbClr val="1C1C1E"/>
          </a:solidFill>
        </p:spPr>
      </p:sp>
      <p:sp>
        <p:nvSpPr>
          <p:cNvPr id="31" name="Text 29"/>
          <p:cNvSpPr txBox="1"/>
          <p:nvPr/>
        </p:nvSpPr>
        <p:spPr>
          <a:xfrm>
            <a:off x="3541014" y="4242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41014" y="484632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41014" y="530352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 the full app on a live MySQL-backed server; tested every dynamic feature end-to-end.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04204" y="4096512"/>
            <a:ext cx="2608326" cy="2148840"/>
          </a:xfrm>
          <a:prstGeom prst="roundRect">
            <a:avLst>
              <a:gd name="adj" fmla="val 3404"/>
            </a:avLst>
          </a:prstGeom>
          <a:solidFill>
            <a:srgbClr val="F2F2F4"/>
          </a:solidFill>
        </p:spPr>
      </p:sp>
      <p:sp>
        <p:nvSpPr>
          <p:cNvPr id="35" name="Shape 33"/>
          <p:cNvSpPr/>
          <p:nvPr/>
        </p:nvSpPr>
        <p:spPr>
          <a:xfrm>
            <a:off x="6368796" y="4261104"/>
            <a:ext cx="457200" cy="45720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36" name="Text 34"/>
          <p:cNvSpPr txBox="1"/>
          <p:nvPr/>
        </p:nvSpPr>
        <p:spPr>
          <a:xfrm>
            <a:off x="6368796" y="4242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68796" y="4846320"/>
            <a:ext cx="227914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368796" y="5303520"/>
            <a:ext cx="227914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Published the static site to Netlify; packaged full source for local PHP/MySQL hosting.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211830" y="213055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C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6039612" y="213055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C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867394" y="213055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C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3211830" y="459943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C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6039612" y="459943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C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Implementation 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schema and authentication logic (full source provided separately)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C1C1E"/>
          </a:solidFill>
          <a:ln w="12700">
            <a:solidFill>
              <a:srgbClr val="3A3A3D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1965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sql/gym_db.sql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5029200" cy="377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TABLE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members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member_id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AUTO_INCREMENT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PRIMARY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NULL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NULL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join_date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NULL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expiry_date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NULL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ENUM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'active'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'expired'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DEFAULT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'active'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FOREIGN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REFERENCES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FOREIGN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REFERENCES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INTO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plan_name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duration_months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price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'Premium'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C1C1E"/>
          </a:solidFill>
          <a:ln w="12700">
            <a:solidFill>
              <a:srgbClr val="3A3A3D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81965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php/login.php (excerpt)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67128"/>
            <a:ext cx="5029200" cy="377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$stmt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$conn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prepare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password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role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email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?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$stmt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bind_param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$email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$stmt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execute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password_verify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$password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$user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'password'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$_SESSION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'user_id'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$user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'user_id'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$_SESSION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'role'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$user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'role'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header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"Location: 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$user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'role'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'admin'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?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'admin_dashboard.php'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'member_dashboard.php'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Implementation Code (contd.)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 query logic and client-side validation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C1C1E"/>
          </a:solidFill>
          <a:ln w="12700">
            <a:solidFill>
              <a:srgbClr val="3A3A3D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1965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php/admin_dashboard.php (excerpt)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5029200" cy="377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8A8F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Auto-update expired memberships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$conn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query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members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'expired'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expiry_date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CURDATE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'active'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$activeMembers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FFC4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$conn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query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COUNT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members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'active'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fetch_assoc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'c'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C1C1E"/>
          </a:solidFill>
          <a:ln w="12700">
            <a:solidFill>
              <a:srgbClr val="3A3A3D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81965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js/script.js (excerpt)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67128"/>
            <a:ext cx="5029200" cy="377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validateContactForm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email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document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getElementById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"cemail"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pattern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^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^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^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^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pattern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email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showStatus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"Please enter a valid email."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dirty="0">
                <a:solidFill>
                  <a:srgbClr val="8BD1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"error"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false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150" b="1" dirty="0">
                <a:solidFill>
                  <a:srgbClr val="FF8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Screenshots — Public Pages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2064" y="1792224"/>
            <a:ext cx="3593592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build/screenshots/01_home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828800"/>
            <a:ext cx="352044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Page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288536" y="2483418"/>
            <a:ext cx="3593592" cy="22569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x_build/screenshots/02_abou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25112" y="2519994"/>
            <a:ext cx="3520440" cy="21837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5112" y="4795206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Page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65008" y="2702070"/>
            <a:ext cx="3593592" cy="181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pptx_build/screenshots/03_plan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01584" y="2738646"/>
            <a:ext cx="3520440" cy="17464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1584" y="45765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Membership Plans (dynamic from DB)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Screenshots — Registration &amp;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2064" y="2394031"/>
            <a:ext cx="3593592" cy="2435697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build/screenshots/04_register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430607"/>
            <a:ext cx="3520440" cy="23625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84593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 Page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288536" y="2674566"/>
            <a:ext cx="3593592" cy="1874627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x_build/screenshots/05_logi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25112" y="2711142"/>
            <a:ext cx="3520440" cy="18014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5112" y="460405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Page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65008" y="2319772"/>
            <a:ext cx="3593592" cy="2584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pptx_build/screenshots/06_contact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01584" y="2356348"/>
            <a:ext cx="3520440" cy="25110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1584" y="49588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 Page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Screenshots — Admin &amp; Member Dashboards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2064" y="2614059"/>
            <a:ext cx="3593592" cy="19956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build/screenshots/07_admin_dashboard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650635"/>
            <a:ext cx="3520440" cy="19224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64565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 — stats &amp; CRUD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288536" y="2394031"/>
            <a:ext cx="3593592" cy="2435697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x_build/screenshots/08_add_member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25112" y="2430607"/>
            <a:ext cx="3520440" cy="23625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5112" y="4884593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— Add Member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65008" y="2831336"/>
            <a:ext cx="3593592" cy="1561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pptx_build/screenshots/09_member_dashboard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01584" y="2867912"/>
            <a:ext cx="3520440" cy="14879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1584" y="444728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Dashboard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— 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694944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 Official Documentation — https://www.php.net/docs.php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8.0 Reference Manual — https://dev.mysql.com/doc/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MDN Web Docs (HTML, CSS, JavaScript) — https://developer.mozilla.org/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W3Schools PHP &amp; MySQL Tutorials — https://www.w3schools.com/php/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Netlify Documentation — https://docs.netlify.com/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CS2307 — Internet Programming Lab, Course Manual, Department of CSE.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82880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2F2F4"/>
          </a:solidFill>
        </p:spPr>
      </p:sp>
      <p:sp>
        <p:nvSpPr>
          <p:cNvPr id="6" name="Shape 4"/>
          <p:cNvSpPr/>
          <p:nvPr/>
        </p:nvSpPr>
        <p:spPr>
          <a:xfrm>
            <a:off x="9921240" y="2194560"/>
            <a:ext cx="822960" cy="82296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7" name="Text 5"/>
          <p:cNvSpPr txBox="1"/>
          <p:nvPr/>
        </p:nvSpPr>
        <p:spPr>
          <a:xfrm>
            <a:off x="9921240" y="2176272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3200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Further Reading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361188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documentation and course materials used throughout development and testing.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2A2A2D"/>
          </a:solidFill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— CLOSING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67512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Demonstrates a complete dynamic web application built with HTML, CSS, JavaScript, PHP and MySQL.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the full IP Lab spectrum: static design, client-side scripting, server-side processing, session auth, and relational DB connectivity with full CRUD.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Automates a real workflow — gym membership registration, tracking, and renewal — replacing manual record-keeping with a searchable, role-based dashboard.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dynamic features were tested end-to-end against a live MySQL database and verified in the screenshots.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scope: payment gateway integration, SMS/email renewal reminders, QR/biometric attendance, and a REST API for a mobile app.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55280" y="192024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2A2A2D"/>
          </a:solidFill>
        </p:spPr>
      </p:sp>
      <p:sp>
        <p:nvSpPr>
          <p:cNvPr id="7" name="Text 5"/>
          <p:cNvSpPr txBox="1"/>
          <p:nvPr/>
        </p:nvSpPr>
        <p:spPr>
          <a:xfrm>
            <a:off x="8183880" y="21031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5146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514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source code (HTML/CSS/JS/PHP/SQL)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308152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30815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registration &amp; login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364845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64845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+ Member dashboards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421538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421538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Netlify demo (static pages)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78231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47823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4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screenshots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— CURRICULUM MAPPING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SDG Mapping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Sustainable Development Goals addressed by this project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1296" cy="3749040"/>
          </a:xfrm>
          <a:prstGeom prst="roundRect">
            <a:avLst>
              <a:gd name="adj" fmla="val 2083"/>
            </a:avLst>
          </a:prstGeom>
          <a:solidFill>
            <a:srgbClr val="F2F2F4"/>
          </a:solidFill>
        </p:spPr>
      </p:sp>
      <p:sp>
        <p:nvSpPr>
          <p:cNvPr id="6" name="Shape 4"/>
          <p:cNvSpPr/>
          <p:nvPr/>
        </p:nvSpPr>
        <p:spPr>
          <a:xfrm>
            <a:off x="548640" y="1828800"/>
            <a:ext cx="3511296" cy="868680"/>
          </a:xfrm>
          <a:prstGeom prst="roundRect">
            <a:avLst>
              <a:gd name="adj" fmla="val 8421"/>
            </a:avLst>
          </a:prstGeom>
          <a:solidFill>
            <a:srgbClr val="4CAF50"/>
          </a:solidFill>
        </p:spPr>
      </p:sp>
      <p:sp>
        <p:nvSpPr>
          <p:cNvPr id="7" name="Shape 5"/>
          <p:cNvSpPr/>
          <p:nvPr/>
        </p:nvSpPr>
        <p:spPr>
          <a:xfrm>
            <a:off x="548640" y="2331720"/>
            <a:ext cx="3511296" cy="36576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8" name="Text 6"/>
          <p:cNvSpPr txBox="1"/>
          <p:nvPr/>
        </p:nvSpPr>
        <p:spPr>
          <a:xfrm>
            <a:off x="548640" y="1938528"/>
            <a:ext cx="35112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SDG 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Health &amp; Well-Being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Makes gym membership management seamless, encouraging consistent access to fitness facilities and healthier lifestyles.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11296" cy="3749040"/>
          </a:xfrm>
          <a:prstGeom prst="roundRect">
            <a:avLst>
              <a:gd name="adj" fmla="val 2083"/>
            </a:avLst>
          </a:prstGeom>
          <a:solidFill>
            <a:srgbClr val="F2F2F4"/>
          </a:solidFill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11296" cy="868680"/>
          </a:xfrm>
          <a:prstGeom prst="roundRect">
            <a:avLst>
              <a:gd name="adj" fmla="val 8421"/>
            </a:avLst>
          </a:prstGeom>
          <a:solidFill>
            <a:srgbClr val="F9A825"/>
          </a:solidFill>
        </p:spPr>
      </p:sp>
      <p:sp>
        <p:nvSpPr>
          <p:cNvPr id="13" name="Shape 11"/>
          <p:cNvSpPr/>
          <p:nvPr/>
        </p:nvSpPr>
        <p:spPr>
          <a:xfrm>
            <a:off x="4297680" y="2331720"/>
            <a:ext cx="3511296" cy="365760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14" name="Text 12"/>
          <p:cNvSpPr txBox="1"/>
          <p:nvPr/>
        </p:nvSpPr>
        <p:spPr>
          <a:xfrm>
            <a:off x="4297680" y="1938528"/>
            <a:ext cx="35112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SDG 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88036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Industry, Innovation &amp; Infrastructure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70332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 resilient, practical software solution using a standard internet-programming stack (PHP/MySQL) as reusable digital infrastructure.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511296" cy="3749040"/>
          </a:xfrm>
          <a:prstGeom prst="roundRect">
            <a:avLst>
              <a:gd name="adj" fmla="val 2083"/>
            </a:avLst>
          </a:prstGeom>
          <a:solidFill>
            <a:srgbClr val="F2F2F4"/>
          </a:solidFill>
        </p:spPr>
      </p:sp>
      <p:sp>
        <p:nvSpPr>
          <p:cNvPr id="18" name="Shape 16"/>
          <p:cNvSpPr/>
          <p:nvPr/>
        </p:nvSpPr>
        <p:spPr>
          <a:xfrm>
            <a:off x="8046720" y="1828800"/>
            <a:ext cx="3511296" cy="868680"/>
          </a:xfrm>
          <a:prstGeom prst="roundRect">
            <a:avLst>
              <a:gd name="adj" fmla="val 8421"/>
            </a:avLst>
          </a:prstGeom>
          <a:solidFill>
            <a:srgbClr val="C62828"/>
          </a:solidFill>
        </p:spPr>
      </p:sp>
      <p:sp>
        <p:nvSpPr>
          <p:cNvPr id="19" name="Shape 17"/>
          <p:cNvSpPr/>
          <p:nvPr/>
        </p:nvSpPr>
        <p:spPr>
          <a:xfrm>
            <a:off x="8046720" y="2331720"/>
            <a:ext cx="3511296" cy="365760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20" name="Text 18"/>
          <p:cNvSpPr txBox="1"/>
          <p:nvPr/>
        </p:nvSpPr>
        <p:spPr>
          <a:xfrm>
            <a:off x="8046720" y="1938528"/>
            <a:ext cx="35112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SDG 8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88036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 Work &amp; Economic Growth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70332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Digitizes a small/medium fitness business's operations — improving efficiency, record-keeping, and revenue visibility.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— CURRICULUM MAPPING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272A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PO &amp; PSO Mapping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 Outcomes (PO) and Programme Specific Outcomes (PSO) demonstrated — verify exact wording against your department's OBE document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0" cy="411480"/>
          </a:xfrm>
          <a:prstGeom prst="rect">
            <a:avLst/>
          </a:prstGeom>
          <a:solidFill>
            <a:srgbClr val="1C1C1E"/>
          </a:solidFill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63040" y="1783080"/>
            <a:ext cx="2834640" cy="411480"/>
          </a:xfrm>
          <a:prstGeom prst="rect">
            <a:avLst/>
          </a:prstGeom>
          <a:solidFill>
            <a:srgbClr val="1C1C1E"/>
          </a:solidFill>
        </p:spPr>
      </p:sp>
      <p:sp>
        <p:nvSpPr>
          <p:cNvPr id="8" name="Text 6"/>
          <p:cNvSpPr txBox="1"/>
          <p:nvPr/>
        </p:nvSpPr>
        <p:spPr>
          <a:xfrm>
            <a:off x="1554480" y="178308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7315200" cy="411480"/>
          </a:xfrm>
          <a:prstGeom prst="rect">
            <a:avLst/>
          </a:prstGeom>
          <a:solidFill>
            <a:srgbClr val="1C1C1E"/>
          </a:solidFill>
        </p:spPr>
      </p:sp>
      <p:sp>
        <p:nvSpPr>
          <p:cNvPr id="10" name="Text 8"/>
          <p:cNvSpPr txBox="1"/>
          <p:nvPr/>
        </p:nvSpPr>
        <p:spPr>
          <a:xfrm>
            <a:off x="4389120" y="1783080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This Project Demonstrates 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9144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194560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63040" y="2194560"/>
            <a:ext cx="283464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2194560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Knowledge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194560"/>
            <a:ext cx="73152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194560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web engineering, database design and software architecture principles.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70632"/>
            <a:ext cx="91440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770632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63040" y="2770632"/>
            <a:ext cx="283464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4480" y="2770632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770632"/>
            <a:ext cx="731520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2770632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Analyzed the real-world problem of manual gym-membership tracking and derived functional requirements.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46704"/>
            <a:ext cx="9144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346704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PO3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463040" y="3346704"/>
            <a:ext cx="283464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554480" y="3346704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&amp; Development of Solutions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346704"/>
            <a:ext cx="73152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0" y="3346704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and implemented a full-stack CRUD application with a normalized database schema.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922776"/>
            <a:ext cx="91440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922776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PO5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463040" y="3922776"/>
            <a:ext cx="283464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54480" y="392277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Tool Usage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3922776"/>
            <a:ext cx="731520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3922776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HTML5, CSS3, JavaScript, PHP, MySQL and deployment tools (XAMPP, Netlify) to build and test the system.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498848"/>
            <a:ext cx="9144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498848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PO12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463040" y="4498848"/>
            <a:ext cx="283464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554480" y="4498848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Life-long Learning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4498848"/>
            <a:ext cx="73152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0" y="4498848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exposure to the current full-stack web development ecosystem motivates continued self-learning.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074920"/>
            <a:ext cx="91440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074920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PSO1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463040" y="5074920"/>
            <a:ext cx="283464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54480" y="5074920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Design &amp; Development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0" y="5074920"/>
            <a:ext cx="7315200" cy="576072"/>
          </a:xfrm>
          <a:prstGeom prst="rect">
            <a:avLst/>
          </a:prstGeom>
          <a:solidFill>
            <a:srgbClr val="F2F2F4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389120" y="5074920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Designed, developed and tested a complete PHP/MySQL-based web application meeting defined requirements.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650992"/>
            <a:ext cx="9144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5650992"/>
            <a:ext cx="7315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A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PSO2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463040" y="5650992"/>
            <a:ext cx="283464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554480" y="5650992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Database Management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97680" y="5650992"/>
            <a:ext cx="73152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89120" y="5650992"/>
            <a:ext cx="7132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2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relational database design and CRUD operations to build an efficient, data-driven computing solution.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486400" cy="5486400"/>
          </a:xfrm>
          <a:prstGeom prst="ellipse">
            <a:avLst/>
          </a:prstGeom>
          <a:solidFill>
            <a:srgbClr val="2A2A2D"/>
          </a:solidFill>
        </p:spPr>
      </p:sp>
      <p:sp>
        <p:nvSpPr>
          <p:cNvPr id="3" name="Shape 1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FF5722"/>
          </a:solidFill>
        </p:spPr>
      </p:sp>
      <p:sp>
        <p:nvSpPr>
          <p:cNvPr id="4" name="Text 2"/>
          <p:cNvSpPr txBox="1"/>
          <p:nvPr/>
        </p:nvSpPr>
        <p:spPr>
          <a:xfrm>
            <a:off x="5684368" y="2084832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BAB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Management System  —  CS2307 Internet Programming Lab Mini Project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9327</Words>
  <Application>WPS Presentation</Application>
  <PresentationFormat>On-screen Show (16:9)</PresentationFormat>
  <Paragraphs>502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Bookman Old Style</vt:lpstr>
      <vt:lpstr>Bookman Old Style</vt:lpstr>
      <vt:lpstr>Bookman Old Style</vt:lpstr>
      <vt:lpstr>Courier New</vt:lpstr>
      <vt:lpstr>Courier New</vt:lpstr>
      <vt:lpstr>Courier New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Preethi Karmegam</cp:lastModifiedBy>
  <cp:revision>2</cp:revision>
  <dcterms:created xsi:type="dcterms:W3CDTF">2026-10-06T02:07:00Z</dcterms:created>
  <dcterms:modified xsi:type="dcterms:W3CDTF">2026-10-06T02:59:49Z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43B0315C8A644036B14D223CEB2E69FE_12</vt:lpwstr>
  </property>
</Properties>
</file>